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CONTRADICTORY KNOWLEDGE IN NARS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of belief revision and confidence dynamics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164592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Shiven Patel  ·  Omkar Brahmbhatt  ·  Varshil Patel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Course ·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logic: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contradiction → explosion (anything derivable).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intelligence:</a:t>
            </a:r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tolerates contradictions, revises gracefully, keeps inferring.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claims to do this via a graded truth-value system ⟨f, c⟩ and a revision formula rooted in evidence-counting.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it? And how does it deviate from the theoretical ideal under AIKR?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3291840" cy="4023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2194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⟨f, c⟩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412480" y="38404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positive / total evidence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w / (w + 1)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NARS combines contradictory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10515600" cy="2560320"/>
          </a:xfrm>
          <a:prstGeom prst="rect">
            <a:avLst/>
          </a:prstGeom>
          <a:solidFill>
            <a:srgbClr val="F6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 revision (Wang 2013, Ch. 4)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spcAft>
                <a:spcPts val="400"/>
              </a:spcAft>
              <a:buNone/>
            </a:pPr>
            <a:r>
              <a:rPr lang="en-US" sz="1400" baseline="300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c₁·f₁/(1−c₁) + c₂·f₂/(1−c₂)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spcAft>
                <a:spcPts val="400"/>
              </a:spcAft>
              <a:buNone/>
            </a:pPr>
            <a:r>
              <a:rPr lang="en-US" sz="1400" baseline="300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c₁·(1−f₁)/(1−c₁) + c₂·(1−f₂)/(1−c₂)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w</a:t>
            </a:r>
            <a:pPr algn="l" indent="0" marL="0">
              <a:spcAft>
                <a:spcPts val="400"/>
              </a:spcAft>
              <a:buNone/>
            </a:pPr>
            <a:r>
              <a:rPr lang="en-US" sz="1400" baseline="300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w</a:t>
            </a:r>
            <a:pPr algn="l" indent="0" marL="0">
              <a:spcAft>
                <a:spcPts val="400"/>
              </a:spcAft>
              <a:buNone/>
            </a:pPr>
            <a:r>
              <a:rPr lang="en-US" sz="1400" baseline="300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·    f = w</a:t>
            </a:r>
            <a:pPr algn="l" indent="0" marL="0">
              <a:spcAft>
                <a:spcPts val="400"/>
              </a:spcAft>
              <a:buNone/>
            </a:pPr>
            <a:r>
              <a:rPr lang="en-US" sz="1400" baseline="300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w    ·    c = w / (w + 1)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85800" y="4297680"/>
            <a:ext cx="338328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97680"/>
            <a:ext cx="73152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Order-invariant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⟨f₁, c₁⟩ then ⟨f₂, c₂⟩ gives the same result as the reverse.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4297680"/>
            <a:ext cx="338328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4297680"/>
            <a:ext cx="73152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non-decreasing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49377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independent observation adds evidence. c never goes down.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92440" y="4297680"/>
            <a:ext cx="3383280" cy="2103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4297680"/>
            <a:ext cx="73152" cy="21031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44348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inconsistency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49377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beliefs with disjoint evidence can coexist in memory.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88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scenarios across 3 families, all in standard Narsese (portable to Java OpenNARS and ONA)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566160" cy="4114800"/>
          </a:xfrm>
          <a:prstGeom prst="rect">
            <a:avLst/>
          </a:prstGeom>
          <a:solidFill>
            <a:srgbClr val="F6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83080"/>
            <a:ext cx="35661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scenarios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contradictions on a single statement — isolate the revision formula.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S1: ⟨1.0, 0.9⟩ then ⟨0.0, 0.9⟩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S3: 4 positive + 1 negative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S4: alternating contradictions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566160" cy="4114800"/>
          </a:xfrm>
          <a:prstGeom prst="rect">
            <a:avLst/>
          </a:prstGeom>
          <a:solidFill>
            <a:srgbClr val="F6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783080"/>
            <a:ext cx="35661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chain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scenarios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880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affects a premise in a deduction chain.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4343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C1: deduce, then contradict middle link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C2: the penguin problem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C3: 4-link chain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1783080"/>
            <a:ext cx="3566160" cy="4114800"/>
          </a:xfrm>
          <a:prstGeom prst="rect">
            <a:avLst/>
          </a:prstGeom>
          <a:solidFill>
            <a:srgbClr val="F6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1783080"/>
            <a:ext cx="35661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2104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scenarios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2880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order effects and recent-vs-old evidence.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4069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1040" y="4343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vs T2: reversed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T3: 8 positive then 4 negative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1 — Two-input revisions match theory exactly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pic>
        <p:nvPicPr>
          <p:cNvPr id="5" name="Image 0" descr="/sessions/friendly-gifted-sagan/nars_project/plots/S1_direct_negation_vs_the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7498080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371600"/>
            <a:ext cx="3017520" cy="2651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1554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→ 0.500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686800" y="2103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→ 0.947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686800" y="2834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to 4 decimal places vs the closed-form formula.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10789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equally-strong contradictory beliefs </a:t>
            </a:r>
            <a:pPr indent="0" marL="0">
              <a:buNone/>
            </a:pPr>
            <a:r>
              <a:rPr lang="en-US" sz="1400" b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⟨1.0, 0.9⟩ and ⟨0.0, 0.9⟩</a:t>
            </a:r>
            <a:pPr indent="0" marL="0">
              <a:buNone/>
            </a:pPr>
            <a:r>
              <a:rPr lang="en-US" sz="14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merge to maximum uncertainty in frequency (f=0.5) while </a:t>
            </a:r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INCREASES to 0.947</a:t>
            </a:r>
            <a:pPr indent="0" marL="0">
              <a:buNone/>
            </a:pPr>
            <a:r>
              <a:rPr lang="en-US" sz="14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because the evidence base doubled. This is exactly what Wang 2013 predicts — and T1 vs T2 confirm order invariance: identical final state regardless of input order.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2 — Multi-input revision is path-dependent under AIKR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pic>
        <p:nvPicPr>
          <p:cNvPr id="5" name="Image 0" descr="/sessions/friendly-gifted-sagan/nars_project/plots/_overview_fr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777240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69680" y="1280160"/>
            <a:ext cx="2834640" cy="3291840"/>
          </a:xfrm>
          <a:prstGeom prst="rect">
            <a:avLst/>
          </a:prstGeom>
          <a:solidFill>
            <a:srgbClr val="FEEFEF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06840" y="1417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06840" y="18288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≠ theoretical whenever 3+ revisable beliefs exist on the same term.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0684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006840" y="324612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only applies to pairs the control loop picks. Under AIKR, some pairs are never selected.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800600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evidence: 4 positive merged into Base{2014, 2020, 2026, 2038}, negative (Base{2032}) never folded in → final f = 1.0, not theoretical 0.8.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3 — Graceful coexistence of general and specific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pic>
        <p:nvPicPr>
          <p:cNvPr id="5" name="Image 0" descr="/sessions/friendly-gifted-sagan/nars_project/plots/_overview_pengu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713232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penguin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0" y="19202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&lt;bird --&gt; flyer&gt;.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⟨1.0, 0.9⟩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&lt;penguin --&gt; bird&gt;.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⟨1.0, 0.9⟩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&lt;penguin --&gt; flyer&gt;.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⟨0.0, 0.9⟩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0" y="32918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beliefs survive. NARS resolves them at query time — specific evidence wins over generic rule.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4663440"/>
            <a:ext cx="106070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4663440"/>
            <a:ext cx="109728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754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AGM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516636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AGM's priority rule would force consistency by deleting one of the beliefs — usually the general rule, discarding useful information. NARS keeps both and lets inference time pick the winner per query. Major architectural advantage for agents living in noisy worlds.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4 — Revision does not propagate down inference chains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pic>
        <p:nvPicPr>
          <p:cNvPr id="5" name="Image 0" descr="/sessions/friendly-gifted-sagan/nars_project/plots/C1_deduction_chain_contra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64008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371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scenario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9808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&lt;robin --&gt; bird&gt;.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0" y="2148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&lt;bird --&gt; animal&gt;.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0" y="2423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deduces &lt;robin --&gt; animal&gt;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0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&lt;bird --&gt; animal&gt;. %0.0%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98080" y="3246120"/>
            <a:ext cx="4206240" cy="2606040"/>
          </a:xfrm>
          <a:prstGeom prst="rect">
            <a:avLst/>
          </a:prstGeom>
          <a:solidFill>
            <a:srgbClr val="F6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3337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35240" y="370332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&lt;bird --&gt; animal&gt;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revised to ⟨0.5, 0.947⟩ ✓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E1E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&lt;robin --&gt; animal&gt;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stayed at ⟨1.0, 0.81⟩ ✗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1E1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derived conclusion is not updated when its premise is contradicted. Downstream beliefs become stale.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5 — Confidence is monotonic under contradiction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pic>
        <p:nvPicPr>
          <p:cNvPr id="5" name="Image 0" descr="/sessions/friendly-gifted-sagan/nars_project/plots/_overview_confidence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71600"/>
            <a:ext cx="7315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0" y="2560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adds evidence, even when it makes the system LESS certain about direction (f→0.5). This is NARS's central trick: evidence accumulation ≠ agreement.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NARS vs. AGM vs. classical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71600"/>
          <a:ext cx="10607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 ⇒ collapse?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explosion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forced 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graceful coexistence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Graded belief?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⟨f, c⟩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grows with evidence?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Monotonic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invariance?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 (pure truth)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iteration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(verified in T1 vs T2)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penguin problem?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default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Propagates revision downstream?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(consistency)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1E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(stale derivatives)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F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103120" y="16002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formula works as advertised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103120" y="2011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Two-belief case: empirical matches theoretical ⟨f, c⟩ to machine precision.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103120" y="2560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accumulates, order doesn't matter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03120" y="2971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is strictly non-decreasing. T1 and T2 (reversed order) reach identical state.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103120" y="3520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AIKR makes revision path-dependent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03120" y="39319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3+ inputs, final belief depends on which pairs attention selects. Not a bug — a feature of resource bounding.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4348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103120" y="4480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&gt; consistency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4892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keeps contradictory general and specific beliefs side-by-side. Penguin problem has a natural solution.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3949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2103120" y="54406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does not propagate downstream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5852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Contradicting a premise does not automatically revise its descendants. Area for improvement.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2011680" cy="0"/>
          </a:xfrm>
          <a:prstGeom prst="line">
            <a:avLst/>
          </a:prstGeom>
          <a:noFill/>
          <a:ln w="508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and reproducible code: NARS_Project_Report.docx · experiments/ · analysis/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NARS · Contradiction Handling · AGI Course Project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Handling Contradictory Knowledge in NARS</dc:title>
  <dc:subject>PptxGenJS Presentation</dc:subject>
  <dc:creator>NARS AGI Project Team</dc:creator>
  <cp:lastModifiedBy>NARS AGI Project Team</cp:lastModifiedBy>
  <cp:revision>1</cp:revision>
  <dcterms:created xsi:type="dcterms:W3CDTF">2026-04-30T16:33:39Z</dcterms:created>
  <dcterms:modified xsi:type="dcterms:W3CDTF">2026-04-30T16:33:39Z</dcterms:modified>
</cp:coreProperties>
</file>